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2877A"/>
          </a:solidFill>
          <a:ln w="12700">
            <a:solidFill>
              <a:srgbClr val="72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2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5695E"/>
                </a:solidFill>
              </a:rPr>
              <a:t>DIE IDEE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Zwischen Zusammenbruch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Kaffee.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143000" cy="0"/>
          </a:xfrm>
          <a:prstGeom prst="line">
            <a:avLst/>
          </a:prstGeom>
          <a:noFill/>
          <a:ln w="38100">
            <a:solidFill>
              <a:srgbClr val="72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76472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9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 ist für das echte Leben. Für die Tage, an denen alles zu viel ist – und für die kleinen Momente dazwischen.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52760" y="6355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695E"/>
                </a:solidFill>
              </a:rPr>
              <a:t>01 / 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2877A"/>
                </a:solidFill>
              </a:rPr>
              <a:t>Kein Hochglanzleben. Sondern echtes Innenleben.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2877A"/>
          </a:solidFill>
          <a:ln w="12700">
            <a:solidFill>
              <a:srgbClr val="72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2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5695E"/>
                </a:solidFill>
              </a:rPr>
              <a:t>WOFÜR INNENLEBEN DA 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reparieren.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Raum geben.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143000" cy="0"/>
          </a:xfrm>
          <a:prstGeom prst="line">
            <a:avLst/>
          </a:prstGeom>
          <a:noFill/>
          <a:ln w="38100">
            <a:solidFill>
              <a:srgbClr val="72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76472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9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Ort, an dem Gedanken, Gefühle und Widersprüche Platz haben. Ohne Bewertung, ohne Leistungsdruck und ohne den Anspruch, immer funktionieren zu müssen.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52760" y="6355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695E"/>
                </a:solidFill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2877A"/>
          </a:solidFill>
          <a:ln w="12700">
            <a:solidFill>
              <a:srgbClr val="72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2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5695E"/>
                </a:solidFill>
              </a:rPr>
              <a:t>DAS BESONDERE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größte Hook?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musst hier nichts leisten.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143000" cy="0"/>
          </a:xfrm>
          <a:prstGeom prst="line">
            <a:avLst/>
          </a:prstGeom>
          <a:noFill/>
          <a:ln w="38100">
            <a:solidFill>
              <a:srgbClr val="72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76472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9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 verspricht keine perfekte Version von dir. Es nimmt den Druck raus: Du darfst müde, chaotisch, laut, leise – einfach du selbst sein.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52760" y="6355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695E"/>
                </a:solidFill>
              </a:rPr>
              <a:t>03 / 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2877A"/>
                </a:solidFill>
              </a:rPr>
              <a:t>Hier darfst du einfach sein.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2877A"/>
          </a:solidFill>
          <a:ln w="12700">
            <a:solidFill>
              <a:srgbClr val="72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2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5695E"/>
                </a:solidFill>
              </a:rPr>
              <a:t>WIE INNENLEBEN DIESEN RAUM SCHAFFT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Worte. Musik.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Seiten zum Atmen.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143000" cy="0"/>
          </a:xfrm>
          <a:prstGeom prst="line">
            <a:avLst/>
          </a:prstGeom>
          <a:noFill/>
          <a:ln w="38100">
            <a:solidFill>
              <a:srgbClr val="72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76472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9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Workbooks zum Reflektieren statt Abarbeiten. Musik für Gefühle, die schwer auszusprechen sind. Geschichten und Blogtexte, die ehrlich begleiten.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52760" y="6355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695E"/>
                </a:solidFill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2877A"/>
          </a:solidFill>
          <a:ln w="12700">
            <a:solidFill>
              <a:srgbClr val="72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28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INNENLEBEN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5695E"/>
                </a:solidFill>
              </a:rPr>
              <a:t>DIE BOTSCHAFT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Manchmal braucht 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49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keine Lösung.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143000" cy="0"/>
          </a:xfrm>
          <a:prstGeom prst="line">
            <a:avLst/>
          </a:prstGeom>
          <a:noFill/>
          <a:ln w="38100">
            <a:solidFill>
              <a:srgbClr val="72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76472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93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Manchmal reicht ein Platz, an dem nichts erklärt, bewiesen oder schöngefärbt werden muss. Genau diesen Platz möchte Innenleben schaffen.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52760" y="6355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695E"/>
                </a:solidFill>
              </a:rPr>
              <a:t>05 / 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2877A"/>
                </a:solidFill>
              </a:rPr>
              <a:t>Innenleben – zwischen laut &amp; leise, Wahrheit &amp; Worten und Zusammenbruch &amp; Kaffee.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Innenleben – Raum für das echte Leben</dc:title>
  <dc:subject>Markenpräsentation Innenleben</dc:subject>
  <dc:creator>Innenleben</dc:creator>
  <cp:lastModifiedBy>Innenleben</cp:lastModifiedBy>
  <cp:revision>1</cp:revision>
  <dcterms:created xsi:type="dcterms:W3CDTF">2026-10-23T05:02:54Z</dcterms:created>
  <dcterms:modified xsi:type="dcterms:W3CDTF">2026-10-23T05:02:54Z</dcterms:modified>
</cp:coreProperties>
</file>